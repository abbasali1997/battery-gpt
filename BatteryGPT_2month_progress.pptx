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Play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B122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685800" y="57607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BatteryGPT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85800" y="1874520"/>
            <a:ext cx="5669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Project Progress</a:t>
            </a:r>
            <a:endParaRPr b="0" i="0" sz="4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713232" y="2633472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Last 2 Months - 1 day/week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13232" y="3685032"/>
            <a:ext cx="5715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Arial"/>
                <a:ea typeface="Arial"/>
                <a:cs typeface="Arial"/>
                <a:sym typeface="Arial"/>
              </a:rPr>
              <a:t>End-to-end workflow: GPT-generated trajectories -&gt; CNN-LSTM SOH estimation -&gt; knee/EOL analysis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583680" y="1234440"/>
            <a:ext cx="1325880" cy="914400"/>
          </a:xfrm>
          <a:prstGeom prst="chevron">
            <a:avLst>
              <a:gd fmla="val 50000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8092440" y="2514600"/>
            <a:ext cx="1325880" cy="914400"/>
          </a:xfrm>
          <a:prstGeom prst="chevron">
            <a:avLst>
              <a:gd fmla="val 50000" name="adj"/>
            </a:avLst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555480" y="3794760"/>
            <a:ext cx="1325880" cy="914400"/>
          </a:xfrm>
          <a:prstGeom prst="chevron">
            <a:avLst>
              <a:gd fmla="val 50000" name="adj"/>
            </a:avLst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446520" y="2240280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GPT trajectory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7955280" y="3520440"/>
            <a:ext cx="1600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SOH model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9418320" y="4800600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Knee / EOL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713232" y="598932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Prepared for employer update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Project overview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12648" y="804672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Goal: develop a battery degradation prediction and SOH estimation pipeline.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685800" y="1828800"/>
            <a:ext cx="224028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95528" y="1965960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188720" y="201168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GPT trajectory generation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" name="Google Shape;39;p4"/>
          <p:cNvCxnSpPr/>
          <p:nvPr/>
        </p:nvCxnSpPr>
        <p:spPr>
          <a:xfrm>
            <a:off x="2971800" y="2487168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0" name="Google Shape;40;p4"/>
          <p:cNvSpPr/>
          <p:nvPr/>
        </p:nvSpPr>
        <p:spPr>
          <a:xfrm>
            <a:off x="3474720" y="1828800"/>
            <a:ext cx="224028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3584448" y="1965960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3977640" y="201168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Preprocessing pipeline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" name="Google Shape;43;p4"/>
          <p:cNvCxnSpPr/>
          <p:nvPr/>
        </p:nvCxnSpPr>
        <p:spPr>
          <a:xfrm>
            <a:off x="5760720" y="2487168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4" name="Google Shape;44;p4"/>
          <p:cNvSpPr/>
          <p:nvPr/>
        </p:nvSpPr>
        <p:spPr>
          <a:xfrm>
            <a:off x="6263640" y="1828800"/>
            <a:ext cx="224028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373368" y="1965960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766560" y="201168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SOH estimation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4"/>
          <p:cNvCxnSpPr/>
          <p:nvPr/>
        </p:nvCxnSpPr>
        <p:spPr>
          <a:xfrm>
            <a:off x="8549640" y="2487168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CBD5E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" name="Google Shape;48;p4"/>
          <p:cNvSpPr/>
          <p:nvPr/>
        </p:nvSpPr>
        <p:spPr>
          <a:xfrm>
            <a:off x="9052560" y="1828800"/>
            <a:ext cx="224028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9162288" y="1965960"/>
            <a:ext cx="347472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9555480" y="2011680"/>
            <a:ext cx="1508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Knee / EOL analysis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685800" y="3794760"/>
            <a:ext cx="5257800" cy="1508760"/>
          </a:xfrm>
          <a:prstGeom prst="roundRect">
            <a:avLst>
              <a:gd fmla="val 4848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960120" y="39776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High-level outcome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960120" y="4370832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Built an end-to-end workflow from generated cycles to SOH predictions.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Validated key interfaces: token decoding, tensor shapes, checkpoint loading.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263640" y="3794760"/>
            <a:ext cx="5257800" cy="1508760"/>
          </a:xfrm>
          <a:prstGeom prst="roundRect">
            <a:avLst>
              <a:gd fmla="val 4848" name="adj"/>
            </a:avLst>
          </a:prstGeom>
          <a:solidFill>
            <a:srgbClr val="ECFDF5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537960" y="397764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Current status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537960" y="4370832"/>
            <a:ext cx="4572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750" lIns="750" spcFirstLastPara="1" rIns="750" wrap="square" tIns="75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Long generation is resumable and chunked.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Ready to improve physical scaling and degradation realism.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594360" y="651967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BatteryGPT progress review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Weekly breakdown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12648" y="804672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2 months of progress at roughly 1 day per week.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85800" y="1508760"/>
            <a:ext cx="10698480" cy="411480"/>
          </a:xfrm>
          <a:prstGeom prst="roundRect">
            <a:avLst>
              <a:gd fmla="val 8889" name="adj"/>
            </a:avLst>
          </a:prstGeom>
          <a:solidFill>
            <a:srgbClr val="0B1220"/>
          </a:solidFill>
          <a:ln cap="flat" cmpd="sng" w="12700">
            <a:solidFill>
              <a:srgbClr val="0B12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795528" y="1627632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Week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481328" y="1627632"/>
            <a:ext cx="297180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Task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636008" y="1627632"/>
            <a:ext cx="6492240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Outcome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85800" y="2011680"/>
            <a:ext cx="10698480" cy="4572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795528" y="2121408"/>
            <a:ext cx="5212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481328" y="2121408"/>
            <a:ext cx="29900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Repo + MIT dataset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636008" y="2121408"/>
            <a:ext cx="65105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Understood data format and preprocessing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685800" y="2487168"/>
            <a:ext cx="1069848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5"/>
          <p:cNvSpPr/>
          <p:nvPr/>
        </p:nvSpPr>
        <p:spPr>
          <a:xfrm>
            <a:off x="795528" y="2596896"/>
            <a:ext cx="5212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1481328" y="2596896"/>
            <a:ext cx="29900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GPT sample.py outputs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636008" y="2596896"/>
            <a:ext cx="65105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Mapped token structure and cycle representation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85800" y="2962656"/>
            <a:ext cx="10698480" cy="4572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795528" y="3072384"/>
            <a:ext cx="5212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1481328" y="3072384"/>
            <a:ext cx="29900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CNN-LSTM SOH estimator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4636008" y="3072384"/>
            <a:ext cx="65105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Confirmed checkpoint and preprocessing needs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85800" y="3438144"/>
            <a:ext cx="1069848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"/>
          <p:cNvSpPr/>
          <p:nvPr/>
        </p:nvSpPr>
        <p:spPr>
          <a:xfrm>
            <a:off x="795528" y="3547872"/>
            <a:ext cx="5212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481328" y="3547872"/>
            <a:ext cx="29900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Initial evaluation script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636008" y="3547872"/>
            <a:ext cx="65105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Generated SOH predictions from sample cycles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685800" y="3913632"/>
            <a:ext cx="10698480" cy="4572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5"/>
          <p:cNvSpPr/>
          <p:nvPr/>
        </p:nvSpPr>
        <p:spPr>
          <a:xfrm>
            <a:off x="795528" y="4023360"/>
            <a:ext cx="5212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481328" y="4023360"/>
            <a:ext cx="29900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Pipeline debugging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4636008" y="4023360"/>
            <a:ext cx="65105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lang="en-US" sz="1020">
                <a:solidFill>
                  <a:srgbClr val="111827"/>
                </a:solidFill>
              </a:rPr>
              <a:t>Explore </a:t>
            </a:r>
            <a:r>
              <a:rPr lang="en-US" sz="1020">
                <a:solidFill>
                  <a:srgbClr val="111827"/>
                </a:solidFill>
              </a:rPr>
              <a:t>why</a:t>
            </a:r>
            <a:r>
              <a:rPr lang="en-US" sz="1020">
                <a:solidFill>
                  <a:srgbClr val="111827"/>
                </a:solidFill>
              </a:rPr>
              <a:t> end of cycle / knee point was not being </a:t>
            </a:r>
            <a:r>
              <a:rPr lang="en-US" sz="1020">
                <a:solidFill>
                  <a:srgbClr val="111827"/>
                </a:solidFill>
              </a:rPr>
              <a:t>detected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85800" y="4389120"/>
            <a:ext cx="1069848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795528" y="4498848"/>
            <a:ext cx="5212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1481328" y="4498848"/>
            <a:ext cx="29900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GPT + SOH integration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4636008" y="4498848"/>
            <a:ext cx="65105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Tested generated trajectories for 10-400 cycles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685800" y="4864608"/>
            <a:ext cx="10698480" cy="457200"/>
          </a:xfrm>
          <a:prstGeom prst="rect">
            <a:avLst/>
          </a:prstGeom>
          <a:solidFill>
            <a:srgbClr val="F1F5F9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795528" y="4974336"/>
            <a:ext cx="5212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481328" y="4974336"/>
            <a:ext cx="29900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Resume + chunk generation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636008" y="4974336"/>
            <a:ext cx="65105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Long trajectories robust with checkpointing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685800" y="5340096"/>
            <a:ext cx="10698480" cy="4572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795528" y="5449824"/>
            <a:ext cx="52120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481328" y="5449824"/>
            <a:ext cx="29900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Final validation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636008" y="5449824"/>
            <a:ext cx="651052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Analyzed SOH, knee and EOL predictions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594360" y="651967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BatteryGPT progress review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Key achievements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12648" y="804672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Major technical progress made during the 2-month period.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85800" y="1600200"/>
            <a:ext cx="516636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"/>
          <p:cNvSpPr/>
          <p:nvPr/>
        </p:nvSpPr>
        <p:spPr>
          <a:xfrm>
            <a:off x="914400" y="1856232"/>
            <a:ext cx="603504" cy="603504"/>
          </a:xfrm>
          <a:prstGeom prst="roundRect">
            <a:avLst>
              <a:gd fmla="val 7576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6"/>
          <p:cNvSpPr/>
          <p:nvPr/>
        </p:nvSpPr>
        <p:spPr>
          <a:xfrm>
            <a:off x="1042416" y="1956816"/>
            <a:ext cx="164592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737360" y="185623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End-to-end pipeline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1737360" y="225856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GPT trajectory -&gt; decoded series -&gt; CNN-LSTM -&gt; SOH predictions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6355080" y="1600200"/>
            <a:ext cx="516636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6583680" y="1856232"/>
            <a:ext cx="603504" cy="603504"/>
          </a:xfrm>
          <a:prstGeom prst="roundRect">
            <a:avLst>
              <a:gd fmla="val 7576" name="adj"/>
            </a:avLst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6711696" y="1956816"/>
            <a:ext cx="164592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406640" y="185623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Long generation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7406640" y="225856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Resumable generation up to ~400 cycles with checkpointing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85800" y="3794760"/>
            <a:ext cx="516636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914400" y="4050792"/>
            <a:ext cx="603504" cy="603504"/>
          </a:xfrm>
          <a:prstGeom prst="roundRect">
            <a:avLst>
              <a:gd fmla="val 7576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1042416" y="4151376"/>
            <a:ext cx="164592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737360" y="405079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Checkpoint fixes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737360" y="445312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Resolved n_class mismatch, tensor shape, and output averaging issues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355080" y="3794760"/>
            <a:ext cx="516636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583680" y="4050792"/>
            <a:ext cx="603504" cy="603504"/>
          </a:xfrm>
          <a:prstGeom prst="roundRect">
            <a:avLst>
              <a:gd fmla="val 7576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6711696" y="4151376"/>
            <a:ext cx="164592" cy="1097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7406640" y="405079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Dataset validation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7406640" y="4453128"/>
            <a:ext cx="3749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Verified workflow against MIT battery dataset assumptions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94360" y="651967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BatteryGPT progress review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Demo visuals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612648" y="804672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Representative analysis outputs for reporting.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85800" y="1234440"/>
            <a:ext cx="5349240" cy="4251960"/>
          </a:xfrm>
          <a:prstGeom prst="roundRect">
            <a:avLst>
              <a:gd fmla="val 1720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960120" y="1508760"/>
            <a:ext cx="2194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SOH prediction curve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874520"/>
            <a:ext cx="4754880" cy="315468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/>
          <p:nvPr/>
        </p:nvSpPr>
        <p:spPr>
          <a:xfrm>
            <a:off x="6309360" y="1234440"/>
            <a:ext cx="5166360" cy="1188720"/>
          </a:xfrm>
          <a:prstGeom prst="roundRect">
            <a:avLst>
              <a:gd fmla="val 6154" name="adj"/>
            </a:avLst>
          </a:prstGeom>
          <a:solidFill>
            <a:srgbClr val="EFF6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6583680" y="148132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Example token sequence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6583680" y="185623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[743, 128, 392, ...] -&gt; decoded voltage/current/temp series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309360" y="2788920"/>
            <a:ext cx="5166360" cy="1188720"/>
          </a:xfrm>
          <a:prstGeom prst="roundRect">
            <a:avLst>
              <a:gd fmla="val 6154" name="adj"/>
            </a:avLst>
          </a:prstGeom>
          <a:solidFill>
            <a:srgbClr val="ECFDF5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"/>
          <p:cNvSpPr/>
          <p:nvPr/>
        </p:nvSpPr>
        <p:spPr>
          <a:xfrm>
            <a:off x="6583680" y="303580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CNN-LSTM input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6583680" y="341071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cycle window -&gt; 3 channels -&gt; 60 x 60 matrix representation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309360" y="4343400"/>
            <a:ext cx="5166360" cy="1143000"/>
          </a:xfrm>
          <a:prstGeom prst="roundRect">
            <a:avLst>
              <a:gd fmla="val 6400" name="adj"/>
            </a:avLst>
          </a:prstGeom>
          <a:solidFill>
            <a:srgbClr val="FFFBEB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6583680" y="4572000"/>
            <a:ext cx="2286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Knee / EOL markers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6583680" y="493776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Knee detected; EOL not reached in latest test trajectories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594360" y="651967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BatteryGPT progress review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8FAFC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594360" y="32004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Next steps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612648" y="804672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Recommended technical direction after the current milestone.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868680" y="1737360"/>
            <a:ext cx="2331720" cy="329184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033272" y="1938528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033272" y="2441448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Improve degradation realism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033272" y="338328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Make GPT-generated trajectories reflect EOL behavior more clearly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657600" y="1737360"/>
            <a:ext cx="2331720" cy="329184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8"/>
          <p:cNvSpPr/>
          <p:nvPr/>
        </p:nvSpPr>
        <p:spPr>
          <a:xfrm>
            <a:off x="3822192" y="1938528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3822192" y="2441448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Add physical scaling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3822192" y="338328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Map tokens back to volts, amps and temperature values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6446520" y="1737360"/>
            <a:ext cx="2331720" cy="329184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6611112" y="1938528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7C3AED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6611112" y="2441448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t/>
            </a:r>
            <a:endParaRPr b="1" sz="1700">
              <a:solidFill>
                <a:srgbClr val="11182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11827"/>
                </a:solidFill>
              </a:rPr>
              <a:t>Reporting visuals</a:t>
            </a:r>
            <a:endParaRPr sz="1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t/>
            </a:r>
            <a:endParaRPr b="1" sz="1700">
              <a:solidFill>
                <a:srgbClr val="111827"/>
              </a:solidFill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611112" y="338328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t/>
            </a:r>
            <a:endParaRPr sz="1250">
              <a:solidFill>
                <a:srgbClr val="64748B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64748B"/>
                </a:solidFill>
              </a:rPr>
              <a:t>Plot SOH curves with knee/EOL markers for employer-ready reports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t/>
            </a:r>
            <a:endParaRPr sz="1250">
              <a:solidFill>
                <a:srgbClr val="64748B"/>
              </a:solidFill>
            </a:endParaRPr>
          </a:p>
        </p:txBody>
      </p:sp>
      <p:sp>
        <p:nvSpPr>
          <p:cNvPr id="177" name="Google Shape;177;p8"/>
          <p:cNvSpPr/>
          <p:nvPr/>
        </p:nvSpPr>
        <p:spPr>
          <a:xfrm>
            <a:off x="9235440" y="1737360"/>
            <a:ext cx="2331720" cy="3291840"/>
          </a:xfrm>
          <a:prstGeom prst="roundRect">
            <a:avLst>
              <a:gd fmla="val 3137" name="adj"/>
            </a:avLst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94A3B8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9400032" y="1938528"/>
            <a:ext cx="3657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9400032" y="2441448"/>
            <a:ext cx="18745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b="1" lang="en-US" sz="1700">
                <a:solidFill>
                  <a:srgbClr val="111827"/>
                </a:solidFill>
              </a:rPr>
              <a:t>Stronger Model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9400032" y="3383280"/>
            <a:ext cx="19202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64748B"/>
                </a:solidFill>
              </a:rPr>
              <a:t>Use TimeGPT to generate samples and then feed that to CNN - LSTM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594360" y="6519672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BatteryGPT progress review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11228832" y="6473952"/>
            <a:ext cx="411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220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cap="flat" cmpd="sng" w="12700">
            <a:solidFill>
              <a:srgbClr val="0B122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777240" y="685800"/>
            <a:ext cx="3200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Summary</a:t>
            </a:r>
            <a:endParaRPr b="0" i="0" sz="3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822960" y="1600200"/>
            <a:ext cx="384048" cy="384048"/>
          </a:xfrm>
          <a:prstGeom prst="roundRect">
            <a:avLst>
              <a:gd fmla="val 9524" name="adj"/>
            </a:avLst>
          </a:prstGeom>
          <a:solidFill>
            <a:srgbClr val="2563EB"/>
          </a:solidFill>
          <a:ln cap="flat" cmpd="sng" w="127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932688" y="1691640"/>
            <a:ext cx="13716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1417320" y="158191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Pipeline works end-to-end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417320" y="1938528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Generated trajectories can now flow through SOH estimation.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822960" y="2560320"/>
            <a:ext cx="384048" cy="384048"/>
          </a:xfrm>
          <a:prstGeom prst="roundRect">
            <a:avLst>
              <a:gd fmla="val 9524" name="adj"/>
            </a:avLst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932688" y="2651760"/>
            <a:ext cx="13716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1417320" y="254203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Long runs are robust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1417320" y="2898648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Chunking and resume logic reduce failure risk.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822960" y="3520440"/>
            <a:ext cx="384048" cy="384048"/>
          </a:xfrm>
          <a:prstGeom prst="roundRect">
            <a:avLst>
              <a:gd fmla="val 9524" name="adj"/>
            </a:avLst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932688" y="3611880"/>
            <a:ext cx="13716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417320" y="350215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Debugging blockers removed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1417320" y="3858768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Checkpoint, tensor and conversion issues are understood.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822960" y="4480560"/>
            <a:ext cx="384048" cy="384048"/>
          </a:xfrm>
          <a:prstGeom prst="roundRect">
            <a:avLst>
              <a:gd fmla="val 9524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932688" y="4572000"/>
            <a:ext cx="137160" cy="91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1417320" y="446227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Ready for model improvements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1417320" y="4818888"/>
            <a:ext cx="5212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Next focus: physical scaling and stronger degradation signals.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7315200" y="1417320"/>
            <a:ext cx="3474720" cy="347472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B1220">
              <a:alpha val="0"/>
            </a:srgbClr>
          </a:solidFill>
          <a:ln cap="flat" cmpd="sng" w="508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7818120" y="1920240"/>
            <a:ext cx="2468880" cy="246888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0B1220">
              <a:alpha val="0"/>
            </a:srgbClr>
          </a:solidFill>
          <a:ln cap="flat" cmpd="sng" w="508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7543800" y="2615184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Current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Milestone</a:t>
            </a:r>
            <a:endParaRPr b="0" i="0" sz="2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7616952" y="3401568"/>
            <a:ext cx="28803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End-to-end validation complete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